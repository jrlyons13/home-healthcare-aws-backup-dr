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synthetic-data disclaimer. Goal: show phases 0-5 and demo AWS/GitHub.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~15 min slides, ~25 min demo, ~10 min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BAA required for real PHI in production; not in scope for this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gaps: MFA, Audit Manager, multi-account, Config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README ASCII diagram if helpful.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Verify names in Terraform outputs if account was rebuilt.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README, ROADMAP, phase3/4 evidence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samples/SYN-000001.json on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head-object shows aws:kms.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both regions in AWS Backup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Lambda, rule, log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E2E script live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Organizational HIPAA still needs policies, training, BAA, risk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docs/RTO-RPO.md.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log --oneline for commit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TEAM-DEMO-WALKTHROUGH.md in this folder for click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Fallback: docs/evidence/phase5-e2e-simulation.md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Confidence: backup, copy, restore, prove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team priority: Config vs operational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team. Share deck + walkthrough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1945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Home Healthcare Backup, Restore &amp; DR on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8C0D8"/>
                </a:solidFill>
                <a:latin typeface="Segoe UI"/>
              </a:rPr>
              <a:t>HIPAA-aligned lab -&gt; GitHub + Terraform +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45-60 minutes -&gt; story, demo,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Why DR matters for home healthcare and how HIPAA technical safeguards map to AWS.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Walk phases 1-5: data, encryption, backup, restore verification, audit docs.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GitHub repo tour + AWS console + phase5-e2e-simulation.ps1 (PASS).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Home healthcare ePHI -&gt; availability +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Visit records, care plans, billing — all ePHI requiring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THE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Ransomware, accidental deletion, regional outages threaten continuity.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THE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Provable backup, immutable DR copies, tested restore, audit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Lab scope &amp; 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Synthetic data only — portfolio-grade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Synthetic patient IDs (SYN-*) — no real PHI in GitHub or S3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Regions: primary us-east-1, DR copy us-west-2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IaC: Terraform remote state, incremental GitHub commits per phase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Phases 0-5 complete | Phase 6 (AWS Config) planned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Architecture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Incremental validation at every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 1-2: Synthetic ePHI + manifest hashes -&gt; encrypted S3 (SSE-KMS).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PROTECT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 3: AWS Backup, cross-region copy, Vault Lock (WORM).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 4-5: Restore -&gt; Lambda verify -&gt; E2E audit PASS.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Key AWS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Console bookmarks for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S3: home-healthcare-dr-ephi-376873818584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KMS: alias/home-healthcare-dr-ephi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Vaults: home-healthcare-dr-primary (east), home-healthcare-dr-copy (west)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Lambda: home-healthcare-dr-verify-restore | Trail: home-healthcare-dr-trail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github.com/jrlyons13/home-healthcare-aws-backup-dr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docs/evidence/ — phase validation logs (PASS criteria)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terraform/environments/ — phase2, phase3, phase4 stacks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scripts/ — upload, backup, restore, E2E simulation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Commit style: feat(phaseN) for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1 — Synthetic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Local pipeline -&gt; integrity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GENERATE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Python + JSON Schema; home-health visit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MANIFEST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MD5/SHA-256 per object for restore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validate.py -&gt; VERIFICATION_RESULT=PASS (10/10).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2 — Encrypted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us-east-1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KMS CMK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Customer managed key, rotation enabled, S3 + Backup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S3 HARDENING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Versioning, Block Public Access, HTTPS-only policy.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CloudTrail S3 data events + Terraform remote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3 — Backup &amp; 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Immutable copies in us-west-2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BACKUP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Terraform-created IAM role with S3 backup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CROSS-REGION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Daily plan + copy to home-healthcare-dr-copy vault.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VAULT 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Delete recovery point -&gt; AccessDenied (WORM).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4 — Restore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EventBridge -&gt; Lambda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AWS Backup restores to patients/ keys (versioned).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EventBridge on restore status=COMPLETED.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CloudWatch: VERIFICATION_RESULT=PASS records=10.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5 — Audit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Portfolio + compliance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HIPAA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docs/HIPAA-CONTROL-MATRIX.md maps §164.312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RTO / RPO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24h RPO / 4h RTO design targets documented.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E2E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phase5-e2e-simulation.ps1 -&gt; all checks green.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HIPAA technical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Demonstrated controls (not full organizational compliance)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Access control — IAM, KMS, bucket policies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Audit controls — CloudTrail, CloudWatch Logs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Integrity — manifest hashes + Lambda verifier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Transmission security — TLS-only (aws:SecureTransport)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Contingency — backup, cross-region copy, Vault 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RTO / RPO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Lab design vs observed restore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RPO 24H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Daily backup schedule 06:00 UTC.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RTO 4H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Operational target; ~4 min restore for 10 files in lab.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PHASE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Future: automated RTO/RPO monitoring + alarms.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Live demo —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5 minutes -&gt; evidence &amp; IaC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README architecture + completed phase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docs/evidence phase3 + phase4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terraform/ + lambda/verify_restore.py.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Live demo — AWS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15 minutes -&gt; east + west regions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S3 encryption + KMS key rotation.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BACKUP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Recovery points in primary + copy vaults.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Lambda logs: VERIFICATION_RESULT=PASS.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Live demo —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Quick proof close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scripts/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.\phase5-e2e-simulation.ps1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E2E_DR_SIMULATION=PASS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Results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All phases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Cross-region recovery points confirmed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Vault Lock deletion denied (WORM)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Post-restore integrity: 10/10 PASS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Documented evidence in docs/evidence/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Phase 6 &amp; 7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PHASE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AWS Config HIPAA conformance pack — continuous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PHASE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RTO/RPO alarms + custom Config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PROD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MFA, Audit Manager, multi-account hardening.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1945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8C0D8"/>
                </a:solidFill>
                <a:latin typeface="Segoe UI"/>
              </a:rPr>
              <a:t>github.com/jrlyons13/home-healthcare-aws-backup-dr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5 TEAM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