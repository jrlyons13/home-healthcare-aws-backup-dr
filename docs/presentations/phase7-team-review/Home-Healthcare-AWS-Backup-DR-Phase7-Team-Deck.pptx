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synthetic-data disclaimer. Goal: show phases 0-7 including RPO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~15 min slides, ~25 min demo, ~10 min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BAA required for real PHI in production; not in scope for this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 gaps: MFA, Audit Manager, multi-account hardening.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Phases 6-7 add Config HIPAA pack + RPO freshness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26h max recovery point age; 6-hour rule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README, ROADMAP, phase3/4 evidence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samples/SYN-000001.json on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head-object shows aws:kms.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both regions in AWS Backup console.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Lambda, rule, log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E2E script live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Account-wide pack shows many NON_COMPLIANT in lab; focus on ePHI bucket + operational Config.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Observed PASS: ~22.1h on both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Organizational HIPAA still needs policies, training, BAA, risk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docs/RTO-RPO.md.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 log --oneline for commit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TEAM-DEMO-WALKTHROUGH.md in this folder for click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Optional: phase5/phase6 validate scripts for DR + HIPAA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Confidence: backup, copy, restore, prove integrity, monitor RPO.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phases 0-7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team. Share deck + walkthrough doc.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1945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Segoe UI"/>
              </a:rPr>
              <a:t>Home Healthcare Backup, Restore &amp; DR on 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2461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48C0D8"/>
                </a:solidFill>
                <a:latin typeface="Segoe UI"/>
              </a:rPr>
              <a:t>HIPAA-aligned lab -&gt; GitHub + Terraform +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7 TEAM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45-60 minutes -&gt; story, demo, Q&amp;A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Why DR matters for home healthcare and how HIPAA technical safeguards map to AWS.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Phases 1-7: backup/DR, HIPAA Config pack, custom RPO freshness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Config rules + phase7-validate.ps1 (PHASE7_RPO_MONITOR=PASS).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7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Business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Home healthcare ePHI -&gt; availability + integrity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Visit records, care plans, billing — all ePHI requiring protection.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THE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Ransomware, accidental deletion, regional outages threaten continuity.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THE 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Provable backup, immutable DR copies, tested restore, audit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7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Lab scope &amp; disclaimer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Synthetic data only — portfolio-grade 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Synthetic patient IDs (SYN-*) — no real PHI in GitHub or S3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Regions: primary us-east-1, DR copy us-west-2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IaC: Terraform remote state, incremental GitHub commits per phase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Phases 0-7 complete — portfolio lab through automated RPO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7 TEAM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Architecture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Incremental validation at every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INGEST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Phase 1-2: Synthetic ePHI + manifest hashes -&gt; encrypted S3 (SSE-KMS).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PROTECT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Phase 3: AWS Backup, cross-region copy, Vault Lock (WORM).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Phase 4-5: Restore -&gt; Lambda verify -&gt; E2E audit PASS.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7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Key AWS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Console bookmarks for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S3: home-healthcare-dr-ephi-376873818584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KMS: alias/home-healthcare-dr-ephi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Vaults: home-healthcare-dr-primary (east), home-healthcare-dr-copy (west)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Lambda: home-healthcare-dr-verify-restore | Trail: home-healthcare-dr-trail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Config: home-healthcare-dr-config-recorder | Pack: home-healthcare-dr-hipaa-security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RPO rules: home-healthcare-dr-primary-rpo-freshness, home-healthcare-dr-copy-rpo-freshness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7 TEAM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GitHub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github.com/jrlyons13/home-healthcare-aws-backup-dr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docs/evidence/ — phase validation logs (PASS criteria)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terraform/environments/ — phase2 through phase7 stacks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scripts/ — upload, backup, restore, E2E simulation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Commit style: feat(phaseN) for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7 TEAM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Phase 1 — Synthetic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Local pipeline -&gt; integrity baseline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GENERATE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Python + JSON Schema; home-health visit fields.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MANIFEST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MD5/SHA-256 per object for restore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validate.py -&gt; VERIFICATION_RESULT=PASS (10/10).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7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Phase 2 — Encrypted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us-east-1 foundation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KMS CMK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Customer managed key, rotation enabled, S3 + Backup policies.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S3 HARDENING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Versioning, Block Public Access, HTTPS-only policy.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CloudTrail S3 data events + Terraform remote state.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7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Phase 3 — Backup &amp; DR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Immutable copies in us-west-2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BACKUP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Terraform-created IAM role with S3 backup policies.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CROSS-REGION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Daily plan + copy to home-healthcare-dr-copy vault.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VAULT 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Delete recovery point -&gt; AccessDenied (WORM).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7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Phase 4 — Restore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EventBridge -&gt; Lambda automation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AWS Backup restores to patients/ keys (versioned).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EventBridge on restore status=COMPLETED.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CloudWatch: VERIFICATION_RESULT=PASS records=10.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7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Phase 5 — Audit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Portfolio + compliance mapping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HIPAA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docs/HIPAA-CONTROL-MATRIX.md maps §164.312 controls.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RTO / RPO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24h RPO / 4h RTO design targets documented.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E2E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phase5-e2e-simulation.ps1 -&gt; all checks green.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7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Phase 6 — Config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Continuous HIPAA Security conformance monitoring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RECORDER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AWS Config in us-east-1; snapshots to home-healthcare-dr-config-* bucket.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HIPAA PACK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Operational Best Practices for HIPAA Security conformance pack deployed.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phase6-validate.ps1 -&gt; CONFIG_PHASE6=PASS; ePHI bucket rules in console.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7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Phase 7 — RPO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Custom Config rules on backup freshness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PRIMARY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Rule home-healthcare-dr-primary-rpo-freshness (us-east-1 vault).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DR 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Rule home-healthcare-dr-copy-rpo-freshness (us-west-2 vault).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THRESHOLD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Latest COMPLETED S3 point &lt;= 26h; Lambda rpo_freshness_config.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7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HIPAA technical safeguards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Demonstrated controls (not full organizational compliance)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Access control — IAM, KMS, bucket policies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Audit controls — CloudTrail, CloudWatch Logs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Integrity — manifest hashes + Lambda verifier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Transmission security — TLS-only (aws:SecureTransport)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Contingency — backup, cross-region copy, Vault Lock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Continuous compliance — AWS Config HIPAA conformance pack (Phase 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7 TEAM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RTO / RPO targets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Lab design vs observed restore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RPO 24H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Daily backup schedule 06:00 UTC.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RTO 4H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Operational target; ~4 min restore for 10 files in lab.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RPO AUTO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Phase 7 Config rules enforce 26h freshness (validated PASS).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7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Live demo —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5 minutes -&gt; evidence &amp; IaC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README architecture + completed phase 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docs/evidence phase3 + phase4 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STEP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terraform/ + lambda/verify_restore.py.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7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Live demo — AWS Console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15 minutes -&gt; east + west regions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S3 encryption + KMS key rotation.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BACKUP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Recovery points in primary + copy vaults.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CONFIG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Conformance pack + ePHI bucket compliance (S3 rules).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7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Live demo —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Quick proof close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scripts/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.\phase7-validate.ps1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EXPECT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PHASE7_RPO_MONITOR=PASS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7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Results &amp;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All phases validated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Cross-region recovery points confirmed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Vault Lock deletion denied (WORM)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Post-restore integrity: 10/10 PASS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Documented evidence in docs/evidence/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• CONFIG_PHASE6=PASS | PHASE7_RPO_MONITOR=PASS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7 TEAM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8C0D8"/>
                </a:solidFill>
                <a:latin typeface="Segoe UI"/>
              </a:rPr>
              <a:t>Production hardening and portfolio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PROD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MFA, Audit Manager, multi-account, org-wide Config.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874519"/>
            <a:ext cx="3454298" cy="3063240"/>
          </a:xfrm>
          <a:prstGeom prst="roundRect">
            <a:avLst/>
          </a:prstGeom>
          <a:noFill/>
          <a:ln w="15875">
            <a:solidFill>
              <a:srgbClr val="48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C0D8"/>
                </a:solidFill>
                <a:latin typeface="Segoe UI"/>
              </a:rPr>
              <a:t>RTO 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Optional: restore drills, CloudWatch alarms on failed jobs.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874519"/>
            <a:ext cx="3454298" cy="3063240"/>
          </a:xfrm>
          <a:prstGeom prst="roundRect">
            <a:avLst/>
          </a:prstGeom>
          <a:noFill/>
          <a:ln w="1587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2011679"/>
            <a:ext cx="308853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A825"/>
                </a:solidFill>
                <a:latin typeface="Segoe UI"/>
              </a:rPr>
              <a:t>PORTFOLIO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377439"/>
            <a:ext cx="308853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Segoe UI"/>
              </a:rPr>
              <a:t>GitHub release tag; pick Phase 5/6/7 deck by audience.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7 TEAM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1945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Segoe UI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2461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48C0D8"/>
                </a:solidFill>
                <a:latin typeface="Segoe UI"/>
              </a:rPr>
              <a:t>github.com/jrlyons13/home-healthcare-aws-backup-dr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8"/>
                </a:solidFill>
                <a:latin typeface="Segoe UI"/>
              </a:rPr>
              <a:t>HOME HEALTHCARE AWS BACKUP/DR • PHASE 7 TEAM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8FA3B8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